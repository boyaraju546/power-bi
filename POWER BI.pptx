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57" r:id="rId4"/>
    <p:sldId id="259" r:id="rId5"/>
    <p:sldId id="265" r:id="rId6"/>
    <p:sldId id="266" r:id="rId7"/>
    <p:sldId id="269" r:id="rId8"/>
    <p:sldId id="268" r:id="rId9"/>
    <p:sldId id="260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534CF-BC6C-4303-B5DA-D73DC586074D}" v="66" dt="2025-11-29T05:35:0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817F6-C2EC-168E-6639-BD360FD5F4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/>
              <a:t>POWER BI</a:t>
            </a:r>
            <a:endParaRPr lang="en-IN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A13F8-F8D1-624F-E225-AB47B7124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0888" y="3726422"/>
            <a:ext cx="6815669" cy="13208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895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F0B3C-6289-C6EB-DD3E-6B5FC045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AutoShape 8" descr="Power BI Logo [Microsoft] - PNG Logo Vector Brand Downloads (SVG, EPS)">
            <a:extLst>
              <a:ext uri="{FF2B5EF4-FFF2-40B4-BE49-F238E27FC236}">
                <a16:creationId xmlns:a16="http://schemas.microsoft.com/office/drawing/2014/main" id="{32460765-02A6-5A23-15E4-89E61B2619EB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3533676" y="1318887"/>
            <a:ext cx="6037026" cy="134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3084" name="Picture 12" descr="power-bi-logo">
            <a:extLst>
              <a:ext uri="{FF2B5EF4-FFF2-40B4-BE49-F238E27FC236}">
                <a16:creationId xmlns:a16="http://schemas.microsoft.com/office/drawing/2014/main" id="{6770BC91-911B-747E-DF73-4FFF1DEC5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868" y="982134"/>
            <a:ext cx="9592732" cy="4893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611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C807-1265-620D-A576-F227425E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power BI 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A6FE-231E-3EF5-A904-F47077F3A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is defined as Power Business Intelligence.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you analyze, visualize, and share data in the form of interactive dashboards.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data visualization tool developed by Microsoft.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18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8363-30F8-3DA2-0712-DF83F527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Power BI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5BBE0-FC42-4B52-430A-58C348B7AB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 data from different sources (Excel, SQL, APIs, CSV, cloud services).</a:t>
            </a:r>
          </a:p>
          <a:p>
            <a:r>
              <a:rPr lang="en-US" dirty="0"/>
              <a:t>Clean and transform data.</a:t>
            </a:r>
          </a:p>
          <a:p>
            <a:r>
              <a:rPr lang="en-US" dirty="0"/>
              <a:t>Create charts, graphs, and dashboards.</a:t>
            </a:r>
          </a:p>
          <a:p>
            <a:r>
              <a:rPr lang="en-US" dirty="0"/>
              <a:t>Share insights with your team or clients.</a:t>
            </a:r>
          </a:p>
        </p:txBody>
      </p:sp>
      <p:pic>
        <p:nvPicPr>
          <p:cNvPr id="1026" name="Picture 2" descr="Dashboards for business users of the Power BI service - Power BI ...">
            <a:extLst>
              <a:ext uri="{FF2B5EF4-FFF2-40B4-BE49-F238E27FC236}">
                <a16:creationId xmlns:a16="http://schemas.microsoft.com/office/drawing/2014/main" id="{B055F3D0-59EB-2A42-E390-B700E84E288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3" y="2560320"/>
            <a:ext cx="4876800" cy="331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51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9989C-BAEB-3C3F-9DCE-0368FF0A7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Power BI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F3306-2146-2063-A8F2-FB5A505EE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 Power BI Desktop</a:t>
            </a:r>
          </a:p>
          <a:p>
            <a:pPr marL="457200" lvl="1" indent="0">
              <a:buNone/>
            </a:pPr>
            <a:r>
              <a:rPr lang="en-US" sz="2400" dirty="0"/>
              <a:t>Used for data modeling, cleaning, transforming, and creating reports.</a:t>
            </a:r>
          </a:p>
          <a:p>
            <a:pPr marL="0" indent="0">
              <a:buNone/>
            </a:pPr>
            <a:r>
              <a:rPr lang="en-US" sz="2800" b="1" dirty="0"/>
              <a:t> Power BI Service (Cloud)</a:t>
            </a:r>
          </a:p>
          <a:p>
            <a:pPr marL="457200" lvl="1" indent="0">
              <a:buNone/>
            </a:pPr>
            <a:r>
              <a:rPr lang="en-US" sz="2400" dirty="0"/>
              <a:t>Used to publish, share, and collaborate on dashboards online.</a:t>
            </a:r>
          </a:p>
          <a:p>
            <a:pPr marL="0" indent="0">
              <a:buNone/>
            </a:pPr>
            <a:r>
              <a:rPr lang="en-US" sz="2800" b="1" dirty="0"/>
              <a:t> Power BI Mobile Apps</a:t>
            </a:r>
          </a:p>
          <a:p>
            <a:pPr marL="457200" lvl="1" indent="0">
              <a:buNone/>
            </a:pPr>
            <a:r>
              <a:rPr lang="en-US" sz="2400" dirty="0"/>
              <a:t>Apps for Android &amp; iOS to view dashboards on mobile devices.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584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93314A-7ABC-2991-89C5-228DF7CAD6D2}"/>
              </a:ext>
            </a:extLst>
          </p:cNvPr>
          <p:cNvSpPr txBox="1"/>
          <p:nvPr/>
        </p:nvSpPr>
        <p:spPr>
          <a:xfrm>
            <a:off x="1320800" y="965201"/>
            <a:ext cx="97536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 </a:t>
            </a:r>
            <a:r>
              <a:rPr lang="en-US" sz="2800" b="1" dirty="0"/>
              <a:t>Power BI Gateway</a:t>
            </a:r>
          </a:p>
          <a:p>
            <a:pPr lvl="1"/>
            <a:r>
              <a:rPr lang="en-US" sz="2400" dirty="0"/>
              <a:t>Connects</a:t>
            </a:r>
            <a:r>
              <a:rPr lang="en-US" sz="2800" dirty="0"/>
              <a:t> </a:t>
            </a:r>
            <a:r>
              <a:rPr lang="en-US" sz="2800" b="1" dirty="0"/>
              <a:t>on-premise data</a:t>
            </a:r>
            <a:r>
              <a:rPr lang="en-US" sz="2800" dirty="0"/>
              <a:t> (local databases, servers) to Power BI Service.</a:t>
            </a:r>
          </a:p>
          <a:p>
            <a:endParaRPr lang="en-US" sz="2800" dirty="0"/>
          </a:p>
          <a:p>
            <a:r>
              <a:rPr lang="en-US" sz="2800" b="1" dirty="0"/>
              <a:t> Power BI Report Server</a:t>
            </a:r>
          </a:p>
          <a:p>
            <a:pPr lvl="1"/>
            <a:r>
              <a:rPr lang="en-US" sz="2800" dirty="0"/>
              <a:t>Used to host and share reports </a:t>
            </a:r>
            <a:r>
              <a:rPr lang="en-US" sz="2800" b="1" dirty="0"/>
              <a:t>on-premise</a:t>
            </a:r>
            <a:r>
              <a:rPr lang="en-US" sz="2800" dirty="0"/>
              <a:t> (within the company network).</a:t>
            </a:r>
          </a:p>
          <a:p>
            <a:endParaRPr lang="en-US" sz="2800" b="1" dirty="0"/>
          </a:p>
          <a:p>
            <a:r>
              <a:rPr lang="en-US" sz="2800" b="1" dirty="0"/>
              <a:t> Power BI Embedded</a:t>
            </a:r>
          </a:p>
          <a:p>
            <a:pPr lvl="1"/>
            <a:r>
              <a:rPr lang="en-US" sz="2800" dirty="0"/>
              <a:t>For developers who want to embed Power BI visuals in applications.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73076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8914-26F7-20C1-AE5C-1C1AF6F3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69" y="1950720"/>
            <a:ext cx="8158688" cy="162440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Sales Dashboard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CEF3-4938-BE49-8266-810A18F90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834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52A70B-F84E-5939-9CC2-AC8D14BA9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920"/>
            <a:ext cx="10952480" cy="561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6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D2C9-B4D4-62B7-EF39-2240D312A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Where is Power BI Used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50E95-758F-BAA6-84EA-FC7D034B3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analysis</a:t>
            </a:r>
          </a:p>
          <a:p>
            <a:r>
              <a:rPr lang="en-US" dirty="0"/>
              <a:t>Sales reports</a:t>
            </a:r>
          </a:p>
          <a:p>
            <a:r>
              <a:rPr lang="en-US" dirty="0"/>
              <a:t>Marketing dashboards</a:t>
            </a:r>
          </a:p>
          <a:p>
            <a:r>
              <a:rPr lang="en-US" dirty="0"/>
              <a:t>Finance &amp; accounting</a:t>
            </a:r>
          </a:p>
          <a:p>
            <a:r>
              <a:rPr lang="en-US" dirty="0"/>
              <a:t>HR analytics</a:t>
            </a:r>
          </a:p>
          <a:p>
            <a:r>
              <a:rPr lang="en-US" dirty="0"/>
              <a:t>Operational performance tracking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515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4804-B00B-94B1-844A-90E618CC2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25BF5-4723-28A4-1EE0-A1B9A17DC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5925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87</TotalTime>
  <Words>219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Times New Roman</vt:lpstr>
      <vt:lpstr>Organic</vt:lpstr>
      <vt:lpstr>POWER BI</vt:lpstr>
      <vt:lpstr>PowerPoint Presentation</vt:lpstr>
      <vt:lpstr>What is power BI ?</vt:lpstr>
      <vt:lpstr>Features of Power BI</vt:lpstr>
      <vt:lpstr>Components of Power BI</vt:lpstr>
      <vt:lpstr>PowerPoint Presentation</vt:lpstr>
      <vt:lpstr>Amazon Sales Dashboard</vt:lpstr>
      <vt:lpstr>PowerPoint Presentation</vt:lpstr>
      <vt:lpstr>Where is Power BI Used 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boya raju</dc:creator>
  <cp:lastModifiedBy>boya raju</cp:lastModifiedBy>
  <cp:revision>2</cp:revision>
  <dcterms:created xsi:type="dcterms:W3CDTF">2025-11-28T04:59:45Z</dcterms:created>
  <dcterms:modified xsi:type="dcterms:W3CDTF">2025-11-29T05:41:00Z</dcterms:modified>
</cp:coreProperties>
</file>